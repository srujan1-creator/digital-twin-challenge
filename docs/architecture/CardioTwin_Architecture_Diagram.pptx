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CardioTwin-India: Architecture Blueprint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Multimodal Physiomarker Digital Twin for Type-2 Diabetes &amp; Cardio-Metabolic Progression in India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67054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